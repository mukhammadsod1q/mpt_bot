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741220" y="-419454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2432390" y="4102737"/>
            <a:ext cx="3949734" cy="3747310"/>
          </a:xfrm>
          <a:custGeom>
            <a:avLst/>
            <a:gdLst/>
            <a:ahLst/>
            <a:cxnLst/>
            <a:rect r="r" b="b" t="t" l="l"/>
            <a:pathLst>
              <a:path h="3747310" w="3949734">
                <a:moveTo>
                  <a:pt x="3949734" y="3747310"/>
                </a:moveTo>
                <a:lnTo>
                  <a:pt x="0" y="3747310"/>
                </a:lnTo>
                <a:lnTo>
                  <a:pt x="0" y="0"/>
                </a:lnTo>
                <a:lnTo>
                  <a:pt x="3949734" y="0"/>
                </a:lnTo>
                <a:lnTo>
                  <a:pt x="3949734" y="374731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2519308" y="1549605"/>
            <a:ext cx="13249384" cy="7187791"/>
          </a:xfrm>
          <a:custGeom>
            <a:avLst/>
            <a:gdLst/>
            <a:ahLst/>
            <a:cxnLst/>
            <a:rect r="r" b="b" t="t" l="l"/>
            <a:pathLst>
              <a:path h="7187791" w="13249384">
                <a:moveTo>
                  <a:pt x="0" y="7187790"/>
                </a:moveTo>
                <a:lnTo>
                  <a:pt x="13249384" y="7187790"/>
                </a:lnTo>
                <a:lnTo>
                  <a:pt x="13249384" y="0"/>
                </a:lnTo>
                <a:lnTo>
                  <a:pt x="0" y="0"/>
                </a:lnTo>
                <a:lnTo>
                  <a:pt x="0" y="718779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007765" y="-3795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9681882" y="0"/>
                </a:moveTo>
                <a:lnTo>
                  <a:pt x="0" y="0"/>
                </a:lnTo>
                <a:lnTo>
                  <a:pt x="0" y="8229600"/>
                </a:lnTo>
                <a:lnTo>
                  <a:pt x="9681882" y="8229600"/>
                </a:lnTo>
                <a:lnTo>
                  <a:pt x="9681882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01647" y="2436953"/>
            <a:ext cx="9681882" cy="8229600"/>
          </a:xfrm>
          <a:custGeom>
            <a:avLst/>
            <a:gdLst/>
            <a:ahLst/>
            <a:cxnLst/>
            <a:rect r="r" b="b" t="t" l="l"/>
            <a:pathLst>
              <a:path h="8229600" w="9681882">
                <a:moveTo>
                  <a:pt x="0" y="8229600"/>
                </a:moveTo>
                <a:lnTo>
                  <a:pt x="9681882" y="8229600"/>
                </a:lnTo>
                <a:lnTo>
                  <a:pt x="968188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641757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0" y="0"/>
                </a:moveTo>
                <a:lnTo>
                  <a:pt x="6070154" y="0"/>
                </a:lnTo>
                <a:lnTo>
                  <a:pt x="6070154" y="5645243"/>
                </a:lnTo>
                <a:lnTo>
                  <a:pt x="0" y="56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256494" y="7403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2831782" y="0"/>
                </a:moveTo>
                <a:lnTo>
                  <a:pt x="0" y="0"/>
                </a:lnTo>
                <a:lnTo>
                  <a:pt x="0" y="3429000"/>
                </a:lnTo>
                <a:lnTo>
                  <a:pt x="2831782" y="3429000"/>
                </a:lnTo>
                <a:lnTo>
                  <a:pt x="28317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800276" y="-545810"/>
            <a:ext cx="2831782" cy="3429000"/>
          </a:xfrm>
          <a:custGeom>
            <a:avLst/>
            <a:gdLst/>
            <a:ahLst/>
            <a:cxnLst/>
            <a:rect r="r" b="b" t="t" l="l"/>
            <a:pathLst>
              <a:path h="3429000" w="2831782">
                <a:moveTo>
                  <a:pt x="0" y="3429000"/>
                </a:moveTo>
                <a:lnTo>
                  <a:pt x="2831782" y="3429000"/>
                </a:lnTo>
                <a:lnTo>
                  <a:pt x="2831782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217846" y="0"/>
            <a:ext cx="6070154" cy="5645243"/>
          </a:xfrm>
          <a:custGeom>
            <a:avLst/>
            <a:gdLst/>
            <a:ahLst/>
            <a:cxnLst/>
            <a:rect r="r" b="b" t="t" l="l"/>
            <a:pathLst>
              <a:path h="5645243" w="6070154">
                <a:moveTo>
                  <a:pt x="6070154" y="5645243"/>
                </a:moveTo>
                <a:lnTo>
                  <a:pt x="0" y="5645243"/>
                </a:lnTo>
                <a:lnTo>
                  <a:pt x="0" y="0"/>
                </a:lnTo>
                <a:lnTo>
                  <a:pt x="6070154" y="0"/>
                </a:lnTo>
                <a:lnTo>
                  <a:pt x="6070154" y="564524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06285" y="-30651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0" y="0"/>
                </a:moveTo>
                <a:lnTo>
                  <a:pt x="4303059" y="0"/>
                </a:lnTo>
                <a:lnTo>
                  <a:pt x="430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7191226" y="9237327"/>
            <a:ext cx="4303059" cy="4114800"/>
          </a:xfrm>
          <a:custGeom>
            <a:avLst/>
            <a:gdLst/>
            <a:ahLst/>
            <a:cxnLst/>
            <a:rect r="r" b="b" t="t" l="l"/>
            <a:pathLst>
              <a:path h="4114800" w="4303059">
                <a:moveTo>
                  <a:pt x="430305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03059" y="0"/>
                </a:lnTo>
                <a:lnTo>
                  <a:pt x="4303059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DAHWjZoIKCc</dc:identifier>
  <dcterms:modified xsi:type="dcterms:W3CDTF">2011-08-01T06:04:30Z</dcterms:modified>
  <cp:revision>1</cp:revision>
  <dc:title>Blue Minimalist Abstract Academic Thesis Defense Presentation</dc:title>
</cp:coreProperties>
</file>