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35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891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4483416" y="367491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483416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0"/>
                </a:moveTo>
                <a:lnTo>
                  <a:pt x="3427693" y="0"/>
                </a:lnTo>
                <a:lnTo>
                  <a:pt x="3427693" y="3446493"/>
                </a:lnTo>
                <a:lnTo>
                  <a:pt x="0" y="34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376891" y="6473016"/>
            <a:ext cx="3427694" cy="3446493"/>
          </a:xfrm>
          <a:custGeom>
            <a:avLst/>
            <a:gdLst/>
            <a:ahLst/>
            <a:cxnLst/>
            <a:rect r="r" b="b" t="t" l="l"/>
            <a:pathLst>
              <a:path h="3446493" w="3427694">
                <a:moveTo>
                  <a:pt x="0" y="3446493"/>
                </a:moveTo>
                <a:lnTo>
                  <a:pt x="3427693" y="3446493"/>
                </a:lnTo>
                <a:lnTo>
                  <a:pt x="3427693" y="0"/>
                </a:lnTo>
                <a:lnTo>
                  <a:pt x="0" y="0"/>
                </a:lnTo>
                <a:lnTo>
                  <a:pt x="0" y="344649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5983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34946" y="949642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5983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0" y="0"/>
                </a:moveTo>
                <a:lnTo>
                  <a:pt x="4327071" y="0"/>
                </a:lnTo>
                <a:lnTo>
                  <a:pt x="432707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734946" y="600075"/>
            <a:ext cx="4327071" cy="190500"/>
          </a:xfrm>
          <a:custGeom>
            <a:avLst/>
            <a:gdLst/>
            <a:ahLst/>
            <a:cxnLst/>
            <a:rect r="r" b="b" t="t" l="l"/>
            <a:pathLst>
              <a:path h="190500" w="4327071">
                <a:moveTo>
                  <a:pt x="4327071" y="0"/>
                </a:moveTo>
                <a:lnTo>
                  <a:pt x="0" y="0"/>
                </a:lnTo>
                <a:lnTo>
                  <a:pt x="0" y="190500"/>
                </a:lnTo>
                <a:lnTo>
                  <a:pt x="4327071" y="190500"/>
                </a:lnTo>
                <a:lnTo>
                  <a:pt x="43270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7386" y="743661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80861" y="736335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380861" y="1404343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0" y="0"/>
                </a:moveTo>
                <a:lnTo>
                  <a:pt x="1419753" y="0"/>
                </a:lnTo>
                <a:lnTo>
                  <a:pt x="1419753" y="1446044"/>
                </a:lnTo>
                <a:lnTo>
                  <a:pt x="0" y="1446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0800000">
            <a:off x="15487386" y="1477598"/>
            <a:ext cx="1419753" cy="1446044"/>
          </a:xfrm>
          <a:custGeom>
            <a:avLst/>
            <a:gdLst/>
            <a:ahLst/>
            <a:cxnLst/>
            <a:rect r="r" b="b" t="t" l="l"/>
            <a:pathLst>
              <a:path h="1446044" w="1419753">
                <a:moveTo>
                  <a:pt x="1419753" y="0"/>
                </a:moveTo>
                <a:lnTo>
                  <a:pt x="0" y="0"/>
                </a:lnTo>
                <a:lnTo>
                  <a:pt x="0" y="1446044"/>
                </a:lnTo>
                <a:lnTo>
                  <a:pt x="1419753" y="1446044"/>
                </a:lnTo>
                <a:lnTo>
                  <a:pt x="1419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291496" y="2923642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3"/>
                </a:moveTo>
                <a:lnTo>
                  <a:pt x="888607" y="905063"/>
                </a:lnTo>
                <a:lnTo>
                  <a:pt x="888607" y="0"/>
                </a:lnTo>
                <a:lnTo>
                  <a:pt x="0" y="0"/>
                </a:lnTo>
                <a:lnTo>
                  <a:pt x="0" y="9050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91496" y="6458295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107897" y="6494923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905062"/>
                </a:moveTo>
                <a:lnTo>
                  <a:pt x="888607" y="905062"/>
                </a:lnTo>
                <a:lnTo>
                  <a:pt x="888607" y="0"/>
                </a:lnTo>
                <a:lnTo>
                  <a:pt x="0" y="0"/>
                </a:lnTo>
                <a:lnTo>
                  <a:pt x="0" y="9050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07897" y="2960270"/>
            <a:ext cx="888607" cy="905063"/>
          </a:xfrm>
          <a:custGeom>
            <a:avLst/>
            <a:gdLst/>
            <a:ahLst/>
            <a:cxnLst/>
            <a:rect r="r" b="b" t="t" l="l"/>
            <a:pathLst>
              <a:path h="905063" w="888607">
                <a:moveTo>
                  <a:pt x="0" y="0"/>
                </a:moveTo>
                <a:lnTo>
                  <a:pt x="888607" y="0"/>
                </a:lnTo>
                <a:lnTo>
                  <a:pt x="888607" y="905063"/>
                </a:lnTo>
                <a:lnTo>
                  <a:pt x="0" y="905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DAHWjZoIKCc</dc:identifier>
  <dcterms:modified xsi:type="dcterms:W3CDTF">2011-08-01T06:04:30Z</dcterms:modified>
  <cp:revision>1</cp:revision>
  <dc:title>Blue Minimalist Abstract Academic Thesis Defense Presentation</dc:title>
</cp:coreProperties>
</file>