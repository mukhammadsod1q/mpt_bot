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615431" y="-586731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2564612" y="2620063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824566" y="-178914"/>
            <a:ext cx="886801" cy="2514126"/>
          </a:xfrm>
          <a:custGeom>
            <a:avLst/>
            <a:gdLst/>
            <a:ahLst/>
            <a:cxnLst/>
            <a:rect r="r" b="b" t="t" l="l"/>
            <a:pathLst>
              <a:path h="2514126" w="886801">
                <a:moveTo>
                  <a:pt x="0" y="0"/>
                </a:moveTo>
                <a:lnTo>
                  <a:pt x="886801" y="0"/>
                </a:lnTo>
                <a:lnTo>
                  <a:pt x="886801" y="2514125"/>
                </a:lnTo>
                <a:lnTo>
                  <a:pt x="0" y="2514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5357" y="8869392"/>
            <a:ext cx="3023768" cy="984099"/>
          </a:xfrm>
          <a:custGeom>
            <a:avLst/>
            <a:gdLst/>
            <a:ahLst/>
            <a:cxnLst/>
            <a:rect r="r" b="b" t="t" l="l"/>
            <a:pathLst>
              <a:path h="984099" w="3023768">
                <a:moveTo>
                  <a:pt x="0" y="0"/>
                </a:moveTo>
                <a:lnTo>
                  <a:pt x="3023768" y="0"/>
                </a:lnTo>
                <a:lnTo>
                  <a:pt x="3023768" y="984099"/>
                </a:lnTo>
                <a:lnTo>
                  <a:pt x="0" y="9840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28078" y="0"/>
            <a:ext cx="4059922" cy="2221885"/>
          </a:xfrm>
          <a:custGeom>
            <a:avLst/>
            <a:gdLst/>
            <a:ahLst/>
            <a:cxnLst/>
            <a:rect r="r" b="b" t="t" l="l"/>
            <a:pathLst>
              <a:path h="2221885" w="4059922">
                <a:moveTo>
                  <a:pt x="0" y="0"/>
                </a:moveTo>
                <a:lnTo>
                  <a:pt x="4059922" y="0"/>
                </a:lnTo>
                <a:lnTo>
                  <a:pt x="4059922" y="2221885"/>
                </a:lnTo>
                <a:lnTo>
                  <a:pt x="0" y="222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-59064" y="4034807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92843" y="4440971"/>
            <a:ext cx="4059922" cy="2221885"/>
          </a:xfrm>
          <a:custGeom>
            <a:avLst/>
            <a:gdLst/>
            <a:ahLst/>
            <a:cxnLst/>
            <a:rect r="r" b="b" t="t" l="l"/>
            <a:pathLst>
              <a:path h="2221885" w="4059922">
                <a:moveTo>
                  <a:pt x="0" y="0"/>
                </a:moveTo>
                <a:lnTo>
                  <a:pt x="4059922" y="0"/>
                </a:lnTo>
                <a:lnTo>
                  <a:pt x="4059922" y="2221885"/>
                </a:lnTo>
                <a:lnTo>
                  <a:pt x="0" y="222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615431" y="-586731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55367">
            <a:off x="8566272" y="4029632"/>
            <a:ext cx="1392708" cy="3948398"/>
          </a:xfrm>
          <a:custGeom>
            <a:avLst/>
            <a:gdLst/>
            <a:ahLst/>
            <a:cxnLst/>
            <a:rect r="r" b="b" t="t" l="l"/>
            <a:pathLst>
              <a:path h="3948398" w="1392708">
                <a:moveTo>
                  <a:pt x="0" y="0"/>
                </a:moveTo>
                <a:lnTo>
                  <a:pt x="1392708" y="0"/>
                </a:lnTo>
                <a:lnTo>
                  <a:pt x="1392708" y="3948399"/>
                </a:lnTo>
                <a:lnTo>
                  <a:pt x="0" y="394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736851" y="-568204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771611" y="-568204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28078" y="0"/>
            <a:ext cx="4059922" cy="2221885"/>
          </a:xfrm>
          <a:custGeom>
            <a:avLst/>
            <a:gdLst/>
            <a:ahLst/>
            <a:cxnLst/>
            <a:rect r="r" b="b" t="t" l="l"/>
            <a:pathLst>
              <a:path h="2221885" w="4059922">
                <a:moveTo>
                  <a:pt x="0" y="0"/>
                </a:moveTo>
                <a:lnTo>
                  <a:pt x="4059922" y="0"/>
                </a:lnTo>
                <a:lnTo>
                  <a:pt x="4059922" y="2221885"/>
                </a:lnTo>
                <a:lnTo>
                  <a:pt x="0" y="222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61062" y="-945499"/>
            <a:ext cx="1392708" cy="3948398"/>
          </a:xfrm>
          <a:custGeom>
            <a:avLst/>
            <a:gdLst/>
            <a:ahLst/>
            <a:cxnLst/>
            <a:rect r="r" b="b" t="t" l="l"/>
            <a:pathLst>
              <a:path h="3948398" w="1392708">
                <a:moveTo>
                  <a:pt x="0" y="0"/>
                </a:moveTo>
                <a:lnTo>
                  <a:pt x="1392708" y="0"/>
                </a:lnTo>
                <a:lnTo>
                  <a:pt x="1392708" y="3948398"/>
                </a:lnTo>
                <a:lnTo>
                  <a:pt x="0" y="394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17439" y="-568204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5937" y="125280"/>
            <a:ext cx="1392708" cy="3948398"/>
          </a:xfrm>
          <a:custGeom>
            <a:avLst/>
            <a:gdLst/>
            <a:ahLst/>
            <a:cxnLst/>
            <a:rect r="r" b="b" t="t" l="l"/>
            <a:pathLst>
              <a:path h="3948398" w="1392708">
                <a:moveTo>
                  <a:pt x="0" y="0"/>
                </a:moveTo>
                <a:lnTo>
                  <a:pt x="1392708" y="0"/>
                </a:lnTo>
                <a:lnTo>
                  <a:pt x="1392708" y="3948399"/>
                </a:lnTo>
                <a:lnTo>
                  <a:pt x="0" y="39483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04712"/>
            <a:ext cx="4710516" cy="2577937"/>
          </a:xfrm>
          <a:custGeom>
            <a:avLst/>
            <a:gdLst/>
            <a:ahLst/>
            <a:cxnLst/>
            <a:rect r="r" b="b" t="t" l="l"/>
            <a:pathLst>
              <a:path h="2577937" w="4710516">
                <a:moveTo>
                  <a:pt x="0" y="0"/>
                </a:moveTo>
                <a:lnTo>
                  <a:pt x="4710516" y="0"/>
                </a:lnTo>
                <a:lnTo>
                  <a:pt x="4710516" y="2577937"/>
                </a:lnTo>
                <a:lnTo>
                  <a:pt x="0" y="2577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3080941" y="2341077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389727" y="-873230"/>
            <a:ext cx="1370520" cy="3885493"/>
          </a:xfrm>
          <a:custGeom>
            <a:avLst/>
            <a:gdLst/>
            <a:ahLst/>
            <a:cxnLst/>
            <a:rect r="r" b="b" t="t" l="l"/>
            <a:pathLst>
              <a:path h="3885493" w="1370520">
                <a:moveTo>
                  <a:pt x="0" y="0"/>
                </a:moveTo>
                <a:lnTo>
                  <a:pt x="1370520" y="0"/>
                </a:lnTo>
                <a:lnTo>
                  <a:pt x="1370520" y="3885493"/>
                </a:lnTo>
                <a:lnTo>
                  <a:pt x="0" y="38854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13148541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1566282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6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60" y="0"/>
                </a:lnTo>
                <a:lnTo>
                  <a:pt x="719716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5592" y="9485149"/>
            <a:ext cx="3645415" cy="1995036"/>
          </a:xfrm>
          <a:custGeom>
            <a:avLst/>
            <a:gdLst/>
            <a:ahLst/>
            <a:cxnLst/>
            <a:rect r="r" b="b" t="t" l="l"/>
            <a:pathLst>
              <a:path h="1995036" w="3645415">
                <a:moveTo>
                  <a:pt x="0" y="0"/>
                </a:moveTo>
                <a:lnTo>
                  <a:pt x="3645415" y="0"/>
                </a:lnTo>
                <a:lnTo>
                  <a:pt x="3645415" y="1995036"/>
                </a:lnTo>
                <a:lnTo>
                  <a:pt x="0" y="199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615431" y="-586731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78519" y="-1353025"/>
            <a:ext cx="4944611" cy="2706051"/>
          </a:xfrm>
          <a:custGeom>
            <a:avLst/>
            <a:gdLst/>
            <a:ahLst/>
            <a:cxnLst/>
            <a:rect r="r" b="b" t="t" l="l"/>
            <a:pathLst>
              <a:path h="2706051" w="4944611">
                <a:moveTo>
                  <a:pt x="0" y="0"/>
                </a:moveTo>
                <a:lnTo>
                  <a:pt x="4944611" y="0"/>
                </a:lnTo>
                <a:lnTo>
                  <a:pt x="4944611" y="2706050"/>
                </a:lnTo>
                <a:lnTo>
                  <a:pt x="0" y="2706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551460" y="723266"/>
            <a:ext cx="1075639" cy="3049492"/>
          </a:xfrm>
          <a:custGeom>
            <a:avLst/>
            <a:gdLst/>
            <a:ahLst/>
            <a:cxnLst/>
            <a:rect r="r" b="b" t="t" l="l"/>
            <a:pathLst>
              <a:path h="3049492" w="1075639">
                <a:moveTo>
                  <a:pt x="0" y="0"/>
                </a:moveTo>
                <a:lnTo>
                  <a:pt x="1075639" y="0"/>
                </a:lnTo>
                <a:lnTo>
                  <a:pt x="1075639" y="3049491"/>
                </a:lnTo>
                <a:lnTo>
                  <a:pt x="0" y="304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723240"/>
            <a:ext cx="2857369" cy="1563760"/>
          </a:xfrm>
          <a:custGeom>
            <a:avLst/>
            <a:gdLst/>
            <a:ahLst/>
            <a:cxnLst/>
            <a:rect r="r" b="b" t="t" l="l"/>
            <a:pathLst>
              <a:path h="1563760" w="2857369">
                <a:moveTo>
                  <a:pt x="0" y="0"/>
                </a:moveTo>
                <a:lnTo>
                  <a:pt x="2857369" y="0"/>
                </a:lnTo>
                <a:lnTo>
                  <a:pt x="2857369" y="1563760"/>
                </a:lnTo>
                <a:lnTo>
                  <a:pt x="0" y="1563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976607" y="-1468307"/>
            <a:ext cx="1761525" cy="4994014"/>
          </a:xfrm>
          <a:custGeom>
            <a:avLst/>
            <a:gdLst/>
            <a:ahLst/>
            <a:cxnLst/>
            <a:rect r="r" b="b" t="t" l="l"/>
            <a:pathLst>
              <a:path h="4994014" w="1761525">
                <a:moveTo>
                  <a:pt x="0" y="0"/>
                </a:moveTo>
                <a:lnTo>
                  <a:pt x="1761524" y="0"/>
                </a:lnTo>
                <a:lnTo>
                  <a:pt x="1761524" y="4994014"/>
                </a:lnTo>
                <a:lnTo>
                  <a:pt x="0" y="49940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1175020" y="4091966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0"/>
                </a:moveTo>
                <a:lnTo>
                  <a:pt x="7197159" y="0"/>
                </a:lnTo>
                <a:lnTo>
                  <a:pt x="719715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28078" y="8147358"/>
            <a:ext cx="4059922" cy="2221885"/>
          </a:xfrm>
          <a:custGeom>
            <a:avLst/>
            <a:gdLst/>
            <a:ahLst/>
            <a:cxnLst/>
            <a:rect r="r" b="b" t="t" l="l"/>
            <a:pathLst>
              <a:path h="2221885" w="4059922">
                <a:moveTo>
                  <a:pt x="0" y="0"/>
                </a:moveTo>
                <a:lnTo>
                  <a:pt x="4059922" y="0"/>
                </a:lnTo>
                <a:lnTo>
                  <a:pt x="4059922" y="2221884"/>
                </a:lnTo>
                <a:lnTo>
                  <a:pt x="0" y="2221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106549" y="-333019"/>
            <a:ext cx="7416475" cy="8480377"/>
          </a:xfrm>
          <a:custGeom>
            <a:avLst/>
            <a:gdLst/>
            <a:ahLst/>
            <a:cxnLst/>
            <a:rect r="r" b="b" t="t" l="l"/>
            <a:pathLst>
              <a:path h="8480377" w="7416475">
                <a:moveTo>
                  <a:pt x="0" y="8480377"/>
                </a:moveTo>
                <a:lnTo>
                  <a:pt x="7416475" y="8480377"/>
                </a:lnTo>
                <a:lnTo>
                  <a:pt x="7416475" y="0"/>
                </a:lnTo>
                <a:lnTo>
                  <a:pt x="0" y="0"/>
                </a:lnTo>
                <a:lnTo>
                  <a:pt x="0" y="848037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4887993" y="-1084333"/>
            <a:ext cx="1593907" cy="4518808"/>
          </a:xfrm>
          <a:custGeom>
            <a:avLst/>
            <a:gdLst/>
            <a:ahLst/>
            <a:cxnLst/>
            <a:rect r="r" b="b" t="t" l="l"/>
            <a:pathLst>
              <a:path h="4518808" w="1593907">
                <a:moveTo>
                  <a:pt x="0" y="0"/>
                </a:moveTo>
                <a:lnTo>
                  <a:pt x="1593907" y="0"/>
                </a:lnTo>
                <a:lnTo>
                  <a:pt x="1593907" y="4518808"/>
                </a:lnTo>
                <a:lnTo>
                  <a:pt x="0" y="45188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615431" y="-586731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2564612" y="2620063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824566" y="-178914"/>
            <a:ext cx="886801" cy="2514126"/>
          </a:xfrm>
          <a:custGeom>
            <a:avLst/>
            <a:gdLst/>
            <a:ahLst/>
            <a:cxnLst/>
            <a:rect r="r" b="b" t="t" l="l"/>
            <a:pathLst>
              <a:path h="2514126" w="886801">
                <a:moveTo>
                  <a:pt x="0" y="0"/>
                </a:moveTo>
                <a:lnTo>
                  <a:pt x="886801" y="0"/>
                </a:lnTo>
                <a:lnTo>
                  <a:pt x="886801" y="2514125"/>
                </a:lnTo>
                <a:lnTo>
                  <a:pt x="0" y="2514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5357" y="8869392"/>
            <a:ext cx="3023768" cy="984099"/>
          </a:xfrm>
          <a:custGeom>
            <a:avLst/>
            <a:gdLst/>
            <a:ahLst/>
            <a:cxnLst/>
            <a:rect r="r" b="b" t="t" l="l"/>
            <a:pathLst>
              <a:path h="984099" w="3023768">
                <a:moveTo>
                  <a:pt x="0" y="0"/>
                </a:moveTo>
                <a:lnTo>
                  <a:pt x="3023768" y="0"/>
                </a:lnTo>
                <a:lnTo>
                  <a:pt x="3023768" y="984099"/>
                </a:lnTo>
                <a:lnTo>
                  <a:pt x="0" y="9840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DAHWjZoIKCc</dc:identifier>
  <dcterms:modified xsi:type="dcterms:W3CDTF">2011-08-01T06:04:30Z</dcterms:modified>
  <cp:revision>1</cp:revision>
  <dc:title>Blue Minimalist Abstract Academic Thesis Defense Presentation</dc:title>
</cp:coreProperties>
</file>